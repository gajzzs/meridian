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1C2F"/>
              </a:solidFill>
              <a:effectLst/>
            </c:spPr>
          </c:dPt>
          <c:dPt>
            <c:idx val="1"/>
            <c:bubble3D val="0"/>
            <c:spPr>
              <a:solidFill>
                <a:srgbClr val="F2A2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Bus owner</c:v>
                </c:pt>
                <c:pt idx="1">
                  <c:v>AsteriskPath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AsteriskPath: an app that makes bus travel in Jammu less crowded and more predictable, while giving bus owners a new way to 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F2A2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351130" cy="3511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AsteriskPath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JAMMU SMART CITY HACKATHON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Seat, a Time, a Choice.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91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Comfortable, predictable bus travel for passengers 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extra earnings for bus owners.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4572000"/>
            <a:ext cx="1952244" cy="384048"/>
          </a:xfrm>
          <a:prstGeom prst="roundRect">
            <a:avLst>
              <a:gd name="adj" fmla="val 50000"/>
            </a:avLst>
          </a:prstGeom>
          <a:solidFill>
            <a:srgbClr val="1D305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4572000"/>
            <a:ext cx="1952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66644" y="457200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1D305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866644" y="4572000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level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25696" y="4572000"/>
            <a:ext cx="1568196" cy="384048"/>
          </a:xfrm>
          <a:prstGeom prst="roundRect">
            <a:avLst>
              <a:gd name="adj" fmla="val 50000"/>
            </a:avLst>
          </a:prstGeom>
          <a:solidFill>
            <a:srgbClr val="1D305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25696" y="4572000"/>
            <a:ext cx="15681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seats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6772" y="4572000"/>
            <a:ext cx="1760220" cy="384048"/>
          </a:xfrm>
          <a:prstGeom prst="roundRect">
            <a:avLst>
              <a:gd name="adj" fmla="val 50000"/>
            </a:avLst>
          </a:prstGeom>
          <a:solidFill>
            <a:srgbClr val="1D305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76772" y="4572000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0" y="731520"/>
            <a:ext cx="3098387" cy="5394960"/>
          </a:xfrm>
          <a:prstGeom prst="roundRect">
            <a:avLst>
              <a:gd name="adj" fmla="val 6493"/>
            </a:avLst>
          </a:prstGeom>
          <a:solidFill>
            <a:srgbClr val="2A3F63"/>
          </a:solidFill>
          <a:ln/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822960"/>
            <a:ext cx="29155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Buses are packed, but owners fear change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AsteriskPath · Jammu Smart City Hackathon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703320" cy="43434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1168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FDE4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1543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075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 suffer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638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Standing, pushing and no seat — even for long trips.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858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187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where the bus is or when it will arrive.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48828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at stops without knowing the journey time.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26280" y="1691640"/>
            <a:ext cx="3703320" cy="43434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46320" y="201168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66" y="215432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532120" y="2075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owners lose out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484632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load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846320" y="31638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bus is packed while the next one runs half empty.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846320" y="3858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loss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4846320" y="4187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crowding looks like fewer tickets and less money.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846320" y="48828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demand data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4846320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guess peak hours and busy stops.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503920" y="1691640"/>
            <a:ext cx="3136392" cy="4343400"/>
          </a:xfrm>
          <a:prstGeom prst="roundRect">
            <a:avLst>
              <a:gd name="adj" fmla="val 3499"/>
            </a:avLst>
          </a:prstGeom>
          <a:solidFill>
            <a:srgbClr val="0E1C2F"/>
          </a:solidFill>
          <a:ln w="9525">
            <a:solidFill>
              <a:srgbClr val="0E1C2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7782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ROUTE, SAME TIME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877824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800" dirty="0"/>
          </a:p>
        </p:txBody>
      </p:sp>
      <p:sp>
        <p:nvSpPr>
          <p:cNvPr id="29" name="Text 25"/>
          <p:cNvSpPr txBox="1"/>
          <p:nvPr/>
        </p:nvSpPr>
        <p:spPr>
          <a:xfrm>
            <a:off x="87782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— Bus 1 arriving in 3 min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877824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4800" dirty="0"/>
          </a:p>
        </p:txBody>
      </p:sp>
      <p:sp>
        <p:nvSpPr>
          <p:cNvPr id="31" name="Text 27"/>
          <p:cNvSpPr txBox="1"/>
          <p:nvPr/>
        </p:nvSpPr>
        <p:spPr>
          <a:xfrm>
            <a:off x="87782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— Bus 2 just 4 min behind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8778240" y="49377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seats exist. Passengers just can't see them.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6108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Line 102, Jammu Bus Stand ⇄ Bari Brahmana (app demo data)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app, two winners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AsteriskPath · Jammu Smart City Hackathon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576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1168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DCE9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1543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0848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passengers</a:t>
            </a:r>
            <a:endParaRPr lang="en-US" sz="2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8254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7889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live bus location and arrival time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42900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39242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how crowded each bus is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3250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0160" y="39959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standard or comfort travel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63600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59943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with a digital pass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7982712" y="1691640"/>
            <a:ext cx="36576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8302752" y="201168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DCE9F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398" y="2154326"/>
            <a:ext cx="263347" cy="263347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988552" y="20848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bus owners</a:t>
            </a:r>
            <a:endParaRPr lang="en-US" sz="20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0184" y="2825496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714232" y="27889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extra from comfort seats</a:t>
            </a:r>
            <a:endParaRPr lang="en-US" sz="15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0184" y="3429000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8714232" y="339242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empty buses, ease packed ones</a:t>
            </a:r>
            <a:endParaRPr lang="en-US" sz="15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0184" y="4032504"/>
            <a:ext cx="237744" cy="237744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8714232" y="39959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demand, peak hours and busy stops</a:t>
            </a:r>
            <a:endParaRPr lang="en-US" sz="15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0184" y="4636008"/>
            <a:ext cx="237744" cy="237744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8714232" y="459943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digital payments, no cash leaks</a:t>
            </a:r>
            <a:endParaRPr lang="en-US" sz="1500" dirty="0"/>
          </a:p>
        </p:txBody>
      </p:sp>
      <p:sp>
        <p:nvSpPr>
          <p:cNvPr id="30" name="Shape 18"/>
          <p:cNvSpPr/>
          <p:nvPr/>
        </p:nvSpPr>
        <p:spPr>
          <a:xfrm>
            <a:off x="4727448" y="2148840"/>
            <a:ext cx="2743200" cy="2743200"/>
          </a:xfrm>
          <a:prstGeom prst="ellipse">
            <a:avLst/>
          </a:prstGeom>
          <a:solidFill>
            <a:srgbClr val="0E1C2F"/>
          </a:solidFill>
          <a:ln/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6440" y="2514600"/>
            <a:ext cx="566928" cy="566928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4727448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AsteriskPath</a:t>
            </a:r>
            <a:endParaRPr lang="en-US" sz="2000" dirty="0"/>
          </a:p>
        </p:txBody>
      </p:sp>
      <p:sp>
        <p:nvSpPr>
          <p:cNvPr id="33" name="Text 20"/>
          <p:cNvSpPr txBox="1"/>
          <p:nvPr/>
        </p:nvSpPr>
        <p:spPr>
          <a:xfrm>
            <a:off x="5001768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crowd data · booking · payments</a:t>
            </a:r>
            <a:endParaRPr lang="en-US" sz="12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5968" y="3319272"/>
            <a:ext cx="347472" cy="347472"/>
          </a:xfrm>
          <a:prstGeom prst="rect">
            <a:avLst/>
          </a:prstGeom>
        </p:spPr>
      </p:pic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3800" y="3319272"/>
            <a:ext cx="347472" cy="347472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1371600" y="55778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get a comfortable, predictable journey. Owners get smarter bus management and new income.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APP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before you board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AsteriskPath · Jammu Smart City Hackathon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DCE9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10860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 location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bus on your route through GPS.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196596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DCE9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210860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5780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time (ETA)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257800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how many minutes until the bus reaches your stop.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15468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42900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DCE9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57164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time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37216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long the ride to your destination will take.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297680" y="315468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26280" y="342900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DCE9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926" y="357164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5780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level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257800" y="37216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comfortable, amber = moderate, red = crowded.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461772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" y="489204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DCE9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5034686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08760" y="4846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options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1508760" y="51846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buses and choose standard or comfort travel.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4297680" y="461772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0E1C2F"/>
          </a:solidFill>
          <a:ln w="9525">
            <a:solidFill>
              <a:srgbClr val="0E1C2F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52628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LEVEL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526280" y="5221224"/>
            <a:ext cx="201168" cy="201168"/>
          </a:xfrm>
          <a:prstGeom prst="ellipse">
            <a:avLst/>
          </a:prstGeom>
          <a:solidFill>
            <a:srgbClr val="6EE7B7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4800600" y="5193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60%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605272" y="5221224"/>
            <a:ext cx="201168" cy="201168"/>
          </a:xfrm>
          <a:prstGeom prst="ellipse">
            <a:avLst/>
          </a:prstGeom>
          <a:solidFill>
            <a:srgbClr val="F2A23A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5879592" y="5193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60–89%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6684264" y="5221224"/>
            <a:ext cx="201168" cy="201168"/>
          </a:xfrm>
          <a:prstGeom prst="ellipse">
            <a:avLst/>
          </a:prstGeom>
          <a:solidFill>
            <a:srgbClr val="FF8A8A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6958584" y="5193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8686800" y="1508760"/>
            <a:ext cx="2638044" cy="4572000"/>
          </a:xfrm>
          <a:prstGeom prst="roundRect">
            <a:avLst>
              <a:gd name="adj" fmla="val 7626"/>
            </a:avLst>
          </a:prstGeom>
          <a:solidFill>
            <a:srgbClr val="0E1C2F"/>
          </a:solidFill>
          <a:ln/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1600200"/>
            <a:ext cx="2455164" cy="438912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549640" y="61996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screen: the app nudges riders to the less-crowded bus behind.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TRAVEL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 little more, travel a lot better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AsteriskPath · Jammu Smart City Hackathon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can choose a comfort seat: a guaranteed seat, less crowd and live tracking. The extra charge depends on distance.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trip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km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08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B8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trike="sngStrike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 </a:t>
            </a:r>
            <a:pPr indent="0" marL="0">
              <a:buNone/>
            </a:pPr>
            <a:r>
              <a:rPr lang="en-US" sz="22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₹18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₹8 extra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0E1C2F"/>
          </a:solidFill>
          <a:ln w="9525">
            <a:solidFill>
              <a:srgbClr val="0E1C2F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8328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trip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15 km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108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A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trike="sngStrike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₹35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extra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8932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trip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15 km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3108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B8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trike="sngStrike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  </a:t>
            </a:r>
            <a:pPr indent="0" marL="0">
              <a:buNone/>
            </a:pPr>
            <a:r>
              <a:rPr lang="en-US" sz="22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₹75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 extra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468112"/>
            <a:ext cx="219456" cy="219456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43000" y="5330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40% seats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5605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seats capped, so regular fares stay available.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462272" y="534924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1DC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5468112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056632" y="5330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guarantee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5056632" y="5605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seat? The extra amount is refunded to UPI.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61081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fares are for illustration; final prices will be decided with operators and the transport department.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915400" y="1508760"/>
            <a:ext cx="2545032" cy="4709160"/>
          </a:xfrm>
          <a:prstGeom prst="roundRect">
            <a:avLst>
              <a:gd name="adj" fmla="val 7904"/>
            </a:avLst>
          </a:prstGeom>
          <a:solidFill>
            <a:srgbClr val="0E1C2F"/>
          </a:solidFill>
          <a:ln/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600200"/>
            <a:ext cx="236215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search to seat in 4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AsteriskPath · Jammu Smart City Hackathon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83080" cy="35661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594360" cy="594360"/>
          </a:xfrm>
          <a:prstGeom prst="roundRect">
            <a:avLst>
              <a:gd name="adj" fmla="val 25000"/>
            </a:avLst>
          </a:prstGeom>
          <a:solidFill>
            <a:srgbClr val="0E1C2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85201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88620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where you want to go, e.g. Bus Stand to Bari Brahmana.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96" y="3383280"/>
            <a:ext cx="155448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60320" y="1783080"/>
            <a:ext cx="1783080" cy="35661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27889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2788920" y="2697480"/>
            <a:ext cx="594360" cy="594360"/>
          </a:xfrm>
          <a:prstGeom prst="roundRect">
            <a:avLst>
              <a:gd name="adj" fmla="val 25000"/>
            </a:avLst>
          </a:prstGeom>
          <a:solidFill>
            <a:srgbClr val="0E1C2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454" y="28520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788920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788920" y="388620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each bus: arrival time, journey time and crowd level.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3383280"/>
            <a:ext cx="155448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0" y="1783080"/>
            <a:ext cx="1783080" cy="35661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4800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Shape 16"/>
          <p:cNvSpPr/>
          <p:nvPr/>
        </p:nvSpPr>
        <p:spPr>
          <a:xfrm>
            <a:off x="4800600" y="2697480"/>
            <a:ext cx="594360" cy="594360"/>
          </a:xfrm>
          <a:prstGeom prst="roundRect">
            <a:avLst>
              <a:gd name="adj" fmla="val 25000"/>
            </a:avLst>
          </a:prstGeom>
          <a:solidFill>
            <a:srgbClr val="0E1C2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5134" y="285201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800600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&amp; pay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4800600" y="388620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standard or comfort. Pay by UPI in one tap.</a:t>
            </a:r>
            <a:endParaRPr lang="en-US" sz="13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383280"/>
            <a:ext cx="155448" cy="27432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583680" y="1783080"/>
            <a:ext cx="1783080" cy="35661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68122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7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Shape 21"/>
          <p:cNvSpPr/>
          <p:nvPr/>
        </p:nvSpPr>
        <p:spPr>
          <a:xfrm>
            <a:off x="6812280" y="2697480"/>
            <a:ext cx="594360" cy="594360"/>
          </a:xfrm>
          <a:prstGeom prst="roundRect">
            <a:avLst>
              <a:gd name="adj" fmla="val 25000"/>
            </a:avLst>
          </a:prstGeom>
          <a:solidFill>
            <a:srgbClr val="0E1C2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6814" y="2852014"/>
            <a:ext cx="285293" cy="285293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12280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6812280" y="388620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QR pass or 4-digit PIN to the conductor.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548640" y="5577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too crowded mid-route? The pass can be moved to the next bus on the same route.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9006840" y="1508760"/>
            <a:ext cx="2398871" cy="4709160"/>
          </a:xfrm>
          <a:prstGeom prst="roundRect">
            <a:avLst>
              <a:gd name="adj" fmla="val 8386"/>
            </a:avLst>
          </a:prstGeom>
          <a:solidFill>
            <a:srgbClr val="0E1C2F"/>
          </a:solidFill>
          <a:ln/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0" y="1600200"/>
            <a:ext cx="2215991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 OWNERS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crowding does not mean less money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AsteriskPath · Jammu Smart City Hackathon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778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Same passengers, better spread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buses on the same route, 50 seats each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37360" y="3063240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EDF1F7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3063240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riders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474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37360" y="3474720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EDF1F7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7360" y="3474720"/>
            <a:ext cx="836023" cy="320040"/>
          </a:xfrm>
          <a:prstGeom prst="roundRect">
            <a:avLst>
              <a:gd name="adj" fmla="val 22857"/>
            </a:avLst>
          </a:prstGeom>
          <a:solidFill>
            <a:srgbClr val="B875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3474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riders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ASTERISKPATH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97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37360" y="4297680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EDF1F7"/>
          </a:solidFill>
          <a:ln/>
        </p:spPr>
      </p:sp>
      <p:sp>
        <p:nvSpPr>
          <p:cNvPr id="21" name="Shape 19"/>
          <p:cNvSpPr/>
          <p:nvPr/>
        </p:nvSpPr>
        <p:spPr>
          <a:xfrm>
            <a:off x="1737360" y="4297680"/>
            <a:ext cx="1881051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4297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riders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737360" y="4709160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EDF1F7"/>
          </a:solidFill>
          <a:ln/>
        </p:spPr>
      </p:sp>
      <p:sp>
        <p:nvSpPr>
          <p:cNvPr id="25" name="Shape 23"/>
          <p:cNvSpPr/>
          <p:nvPr/>
        </p:nvSpPr>
        <p:spPr>
          <a:xfrm>
            <a:off x="1737360" y="4709160"/>
            <a:ext cx="1881051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riders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riders either way, so ticket income stays the same. Riders move to the next bus, they don't leave.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1691640"/>
            <a:ext cx="5285232" cy="4343400"/>
          </a:xfrm>
          <a:prstGeom prst="roundRect">
            <a:avLst>
              <a:gd name="adj" fmla="val 2526"/>
            </a:avLst>
          </a:prstGeom>
          <a:solidFill>
            <a:srgbClr val="0E1C2F"/>
          </a:solidFill>
          <a:ln w="9525">
            <a:solidFill>
              <a:srgbClr val="0E1C2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Plus new comfort income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bus, medium route (₹25 fare, +40%)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comfort seats × ₹10 extra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55548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 / trip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share (75%)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55548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 / trip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62940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8 trips a day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555480" y="3749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₹1,200 / day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4389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A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₹36,000</a:t>
            </a:r>
            <a:endParaRPr lang="en-US" sz="480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5166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per bus, per month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1081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numbers. 40% seat cap and 75/25 split are our proposal, open to discussion with operators.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OWNERS JOIN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reasons to register with 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AsteriskPath · Jammu Smart City Hackathon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0E1C2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10860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income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every comfort premium goes to the owner.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196596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0E1C2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206" y="210860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1208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buses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212080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empty runs, fewer overloaded trips.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15468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42900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0E1C2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57164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insights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37216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peak hours, busy stops and route demand.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251960" y="315468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480560" y="342900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0E1C2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206" y="357164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1208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digital payout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212080" y="37216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money straight to the bank. No cash leaks.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461772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" y="489204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0E1C2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5034686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08760" y="4846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reputation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1508760" y="51846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trust bring back regular riders.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4251960" y="461772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480560" y="489204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0E1C2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206" y="5034686"/>
            <a:ext cx="263347" cy="26334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212080" y="4846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join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5212080" y="51846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bus; driver's phone app shares GPS.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8686800" y="1508760"/>
            <a:ext cx="3207258" cy="4709160"/>
          </a:xfrm>
          <a:prstGeom prst="roundRect">
            <a:avLst>
              <a:gd name="adj" fmla="val 6272"/>
            </a:avLst>
          </a:prstGeom>
          <a:solidFill>
            <a:srgbClr val="0E1C2F"/>
          </a:solidFill>
          <a:ln/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1600200"/>
            <a:ext cx="3024378" cy="452628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503920" y="61996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dashboard: earnings, comfort share and load balance.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ROLLOUT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earn, and how we grow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AsteriskPath · Jammu Smart City Hackathon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114800" cy="4343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C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comfort premium goes</a:t>
            </a:r>
            <a:endParaRPr lang="en-US" sz="17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68680" y="2331720"/>
          <a:ext cx="3474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22960" y="4983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only when owners earn. No fee to register.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plan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029200" y="2240280"/>
            <a:ext cx="502920" cy="502920"/>
          </a:xfrm>
          <a:prstGeom prst="ellipse">
            <a:avLst/>
          </a:prstGeom>
          <a:solidFill>
            <a:srgbClr val="F2A23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280660" y="2788920"/>
            <a:ext cx="0" cy="429768"/>
          </a:xfrm>
          <a:prstGeom prst="line">
            <a:avLst/>
          </a:prstGeom>
          <a:noFill/>
          <a:ln w="19050">
            <a:solidFill>
              <a:srgbClr val="D5DC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15000" y="22219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pPr indent="0" marL="0">
              <a:buNone/>
            </a:pPr>
            <a:r>
              <a:rPr lang="en-US" sz="12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Phase 1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0" y="25420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busy routes, e.g. Bus Stand ⇄ Bari Brahmana. Onboard a few owners, measure results.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0" y="3264408"/>
            <a:ext cx="502920" cy="502920"/>
          </a:xfrm>
          <a:prstGeom prst="ellipse">
            <a:avLst/>
          </a:prstGeom>
          <a:solidFill>
            <a:srgbClr val="DCE9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2920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280660" y="3813048"/>
            <a:ext cx="0" cy="429768"/>
          </a:xfrm>
          <a:prstGeom prst="line">
            <a:avLst/>
          </a:prstGeom>
          <a:noFill/>
          <a:ln w="19050">
            <a:solidFill>
              <a:srgbClr val="D5DC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15000" y="3246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</a:t>
            </a:r>
            <a:pPr indent="0" marL="0">
              <a:buNone/>
            </a:pPr>
            <a:r>
              <a:rPr lang="en-US" sz="12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Phase 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5661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Jammu corridors, more operators and comfort buses.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0" y="4288536"/>
            <a:ext cx="502920" cy="502920"/>
          </a:xfrm>
          <a:prstGeom prst="ellipse">
            <a:avLst/>
          </a:prstGeom>
          <a:solidFill>
            <a:srgbClr val="DCE9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02920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715000" y="42702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link</a:t>
            </a:r>
            <a:pPr indent="0" marL="0">
              <a:buNone/>
            </a:pPr>
            <a:r>
              <a:rPr lang="en-US" sz="12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Phase 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45902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Smart City e-buses and share demand data for planning.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0" y="5120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0" y="5532120"/>
            <a:ext cx="2627986" cy="38404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029200" y="5532120"/>
            <a:ext cx="2627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(Android / iOS / Web)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766914" y="5532120"/>
            <a:ext cx="1130198" cy="38404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766914" y="5532120"/>
            <a:ext cx="11301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006840" y="5532120"/>
            <a:ext cx="1130198" cy="38404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006840" y="5532120"/>
            <a:ext cx="11301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246766" y="5532120"/>
            <a:ext cx="1130198" cy="38404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246766" y="5532120"/>
            <a:ext cx="11301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1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backend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C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rides better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D305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77440"/>
            <a:ext cx="594360" cy="594360"/>
          </a:xfrm>
          <a:prstGeom prst="roundRect">
            <a:avLst>
              <a:gd name="adj" fmla="val 25000"/>
            </a:avLst>
          </a:prstGeom>
          <a:solidFill>
            <a:srgbClr val="F2A2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374" y="25319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566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seat when they want one, a bus they can track, and a trip they can plan.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1688" y="210312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D3050"/>
          </a:solidFill>
          <a:ln/>
        </p:spPr>
      </p:sp>
      <p:sp>
        <p:nvSpPr>
          <p:cNvPr id="10" name="Shape 7"/>
          <p:cNvSpPr/>
          <p:nvPr/>
        </p:nvSpPr>
        <p:spPr>
          <a:xfrm>
            <a:off x="4636008" y="2377440"/>
            <a:ext cx="594360" cy="594360"/>
          </a:xfrm>
          <a:prstGeom prst="roundRect">
            <a:avLst>
              <a:gd name="adj" fmla="val 25000"/>
            </a:avLst>
          </a:prstGeom>
          <a:solidFill>
            <a:srgbClr val="F2A2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542" y="25319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6008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owners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36008" y="3566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riders, extra comfort income, fewer empty runs and clear demand data.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991856" y="210312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D305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66176" y="2377440"/>
            <a:ext cx="594360" cy="594360"/>
          </a:xfrm>
          <a:prstGeom prst="roundRect">
            <a:avLst>
              <a:gd name="adj" fmla="val 25000"/>
            </a:avLst>
          </a:prstGeom>
          <a:solidFill>
            <a:srgbClr val="F2A2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710" y="25319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66176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Jammu city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266176" y="3566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overcrowding, safer buses and real data to plan public transport.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5074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· AsteriskPath, Jammu Smart City Hackathon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0698480" y="512064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2A23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0562" y="5322722"/>
            <a:ext cx="373075" cy="373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AsteriskPath – Smart Comfort Bus Travel for Jammu</dc:title>
  <dc:subject>PptxGenJS Presentation</dc:subject>
  <dc:creator>PptxGenJS</dc:creator>
  <cp:lastModifiedBy>PptxGenJS</cp:lastModifiedBy>
  <cp:revision>1</cp:revision>
  <dcterms:created xsi:type="dcterms:W3CDTF">2026-09-25T11:14:15Z</dcterms:created>
  <dcterms:modified xsi:type="dcterms:W3CDTF">2026-09-25T11:14:15Z</dcterms:modified>
</cp:coreProperties>
</file>